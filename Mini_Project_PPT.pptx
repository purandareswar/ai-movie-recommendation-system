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75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3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5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0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76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72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9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1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3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90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226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63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38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77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3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82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902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35"/>
            <a:ext cx="7772400" cy="1470025"/>
          </a:xfrm>
        </p:spPr>
        <p:txBody>
          <a:bodyPr>
            <a:normAutofit fontScale="90000"/>
          </a:bodyPr>
          <a:lstStyle/>
          <a:p>
            <a:r>
              <a:rPr b="1" dirty="0"/>
              <a:t>Content-Based AI Movie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187" y="2094271"/>
            <a:ext cx="6951407" cy="358385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				</a:t>
            </a:r>
            <a:r>
              <a:rPr dirty="0">
                <a:solidFill>
                  <a:schemeClr val="tx1"/>
                </a:solidFill>
              </a:rPr>
              <a:t>CRT Mini Project</a:t>
            </a:r>
          </a:p>
          <a:p>
            <a:pPr algn="l"/>
            <a:endParaRPr dirty="0"/>
          </a:p>
          <a:p>
            <a:pPr algn="l"/>
            <a:r>
              <a:rPr dirty="0">
                <a:solidFill>
                  <a:schemeClr val="tx1"/>
                </a:solidFill>
              </a:rPr>
              <a:t>Student Name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dirty="0"/>
              <a:t>:</a:t>
            </a:r>
            <a:r>
              <a:rPr lang="en-US" dirty="0"/>
              <a:t> T. Reddy Purandareswar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Roll No.             </a:t>
            </a:r>
            <a:r>
              <a:rPr lang="en-US" dirty="0"/>
              <a:t>: 23AK1A3365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Branch </a:t>
            </a:r>
            <a:r>
              <a:rPr lang="en-US" dirty="0"/>
              <a:t>              : AIML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College  </a:t>
            </a:r>
            <a:r>
              <a:rPr lang="en-US" dirty="0"/>
              <a:t>            : </a:t>
            </a:r>
            <a:r>
              <a:rPr lang="en-US" dirty="0" err="1"/>
              <a:t>Annamacharya</a:t>
            </a:r>
            <a:r>
              <a:rPr lang="en-US" dirty="0"/>
              <a:t> Institute Of Technology and         				Sciences, Tirupati.</a:t>
            </a:r>
          </a:p>
          <a:p>
            <a:pPr algn="l"/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67897"/>
            <a:ext cx="8229600" cy="3658266"/>
          </a:xfrm>
        </p:spPr>
        <p:txBody>
          <a:bodyPr/>
          <a:lstStyle/>
          <a:p>
            <a:r>
              <a:rPr dirty="0"/>
              <a:t>Users face difficulty discovering relevant movies from large collections. The system recommends similar movies automatically using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Methodology /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4103"/>
            <a:ext cx="8229600" cy="4022060"/>
          </a:xfrm>
        </p:spPr>
        <p:txBody>
          <a:bodyPr/>
          <a:lstStyle/>
          <a:p>
            <a:r>
              <a:rPr dirty="0"/>
              <a:t>Dataset (5000+ Movies)</a:t>
            </a:r>
          </a:p>
          <a:p>
            <a:r>
              <a:rPr dirty="0"/>
              <a:t>→ Data Cleaning</a:t>
            </a:r>
          </a:p>
          <a:p>
            <a:r>
              <a:rPr dirty="0"/>
              <a:t>→ Count</a:t>
            </a:r>
            <a:r>
              <a:rPr lang="en-US" dirty="0"/>
              <a:t>-</a:t>
            </a:r>
            <a:r>
              <a:rPr dirty="0"/>
              <a:t>Vectorizer</a:t>
            </a:r>
          </a:p>
          <a:p>
            <a:r>
              <a:rPr dirty="0"/>
              <a:t>→ Cosine Similarity</a:t>
            </a:r>
          </a:p>
          <a:p>
            <a:r>
              <a:rPr dirty="0"/>
              <a:t>→ Recommendations</a:t>
            </a:r>
          </a:p>
          <a:p>
            <a:r>
              <a:rPr dirty="0"/>
              <a:t>→ Stream</a:t>
            </a:r>
            <a:r>
              <a:rPr lang="en-US" dirty="0"/>
              <a:t>-</a:t>
            </a:r>
            <a:r>
              <a:rPr dirty="0"/>
              <a:t>lit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Technologies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0310"/>
            <a:ext cx="8229600" cy="4385853"/>
          </a:xfrm>
        </p:spPr>
        <p:txBody>
          <a:bodyPr/>
          <a:lstStyle/>
          <a:p>
            <a:r>
              <a:rPr dirty="0"/>
              <a:t>Technologies: Python, Pandas, Scikit-Learn, Stream</a:t>
            </a:r>
            <a:r>
              <a:rPr lang="en-US" dirty="0"/>
              <a:t>-</a:t>
            </a:r>
            <a:r>
              <a:rPr dirty="0"/>
              <a:t>lit.</a:t>
            </a:r>
          </a:p>
          <a:p>
            <a:endParaRPr dirty="0"/>
          </a:p>
        </p:txBody>
      </p:sp>
      <p:pic>
        <p:nvPicPr>
          <p:cNvPr id="9" name="Picture 8" descr="Python Libraries Machine Learning Python Beginner Python Libraries Machine  Learning Basics With Python Learning Algorithms In">
            <a:extLst>
              <a:ext uri="{FF2B5EF4-FFF2-40B4-BE49-F238E27FC236}">
                <a16:creationId xmlns:a16="http://schemas.microsoft.com/office/drawing/2014/main" id="{DC8CE9A1-38D0-CEC7-FD03-600B540A58C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3161" y="2628900"/>
            <a:ext cx="5958349" cy="3876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09E0F-5AA7-4E94-2715-3CB8B7F6B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Results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AC3DE-84F2-E538-ADF3-66740245A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Interactive recommendation system with genre-based movie suggestions and clickable search links.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9FD25-09A4-CFA4-2E5D-1EA711513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5" y="2959510"/>
            <a:ext cx="8927690" cy="380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29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92594"/>
            <a:ext cx="8229600" cy="3933569"/>
          </a:xfrm>
        </p:spPr>
        <p:txBody>
          <a:bodyPr/>
          <a:lstStyle/>
          <a:p>
            <a:r>
              <a:rPr dirty="0"/>
              <a:t>The project successfully demonstrates Content-Based Filtering.</a:t>
            </a:r>
          </a:p>
          <a:p>
            <a:r>
              <a:rPr dirty="0"/>
              <a:t>Future Enhancements: Posters, Ratings, User Profiles, Hybrid Recommendations.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39</TotalTime>
  <Words>140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Calisto MT</vt:lpstr>
      <vt:lpstr>Wingdings 2</vt:lpstr>
      <vt:lpstr>Slate</vt:lpstr>
      <vt:lpstr>Content-Based AI Movie Recommendation System</vt:lpstr>
      <vt:lpstr>Problem Statement</vt:lpstr>
      <vt:lpstr>Methodology / Approach</vt:lpstr>
      <vt:lpstr>Technologies </vt:lpstr>
      <vt:lpstr>Results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23AK1A 3365</cp:lastModifiedBy>
  <cp:revision>2</cp:revision>
  <dcterms:created xsi:type="dcterms:W3CDTF">2013-01-27T09:14:16Z</dcterms:created>
  <dcterms:modified xsi:type="dcterms:W3CDTF">2026-06-23T11:03:58Z</dcterms:modified>
  <cp:category/>
</cp:coreProperties>
</file>